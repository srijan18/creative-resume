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32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You Can Touch,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and Think.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777240" y="3063240"/>
            <a:ext cx="3657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Learning in Mathematics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84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“I can't do math” to “I discovered it myself.”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251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3479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68880" y="4251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892" y="43479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60520" y="4251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532" y="43479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BIG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Experiential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doing, reflecting, and applying in real situations.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584" y="2286000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24328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78892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18688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28600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08576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77316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202936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86000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592824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675741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187184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2004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57200" y="3200400"/>
            <a:ext cx="73152" cy="1417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858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8580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explains  →  Student memorizes  →  Student practices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754880" y="32004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4754880" y="320040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498348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98348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does  →  Student reflects  →  Student understands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Math Needs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is abstract. Symbols like 90° or ½ don't mean much until students experience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606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32257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TEXTBOOK-ONLY PROBLEM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 memorization without understanding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feels disconnected from real life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anxiety around the subject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3931920" cy="26060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83480" y="22402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32257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BUILDS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74920" y="297180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understanding that lasts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problem-solving skills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curiosity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Kolb's Cycle in a Math Classroom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classroom example: students measure their classroom.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0520" y="2834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999232"/>
            <a:ext cx="493776" cy="4937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96596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2167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EXPERIENCE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measure the classroom using their footsteps.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37760" y="196596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120640" y="2148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1206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760720" y="2167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OBSERVATION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my friend get 15 steps and I got 18?”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008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8016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CONCEPT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4023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idea of standard units like the meter.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352044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120640" y="3703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12064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76072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EXPERIMENTATION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60720" y="4023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again using a 1-metre rope and compare results.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IN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Examples from Primary Math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242316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288036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 ·  ANGLES &amp; TURNS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 90° with your arms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38404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textbook definition. Have students form a right angle using their own arms, then explore quarter, half and full turns on a real clock face.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6974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91640"/>
            <a:ext cx="2423160" cy="10515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566160" y="288036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56616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 ·  FRACTIONS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6616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Cut, fold, compare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66160" y="38404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 apple or roti into equal parts to introduce ½ and ¼. Then ask students to fold paper to show ⅓ versus ¼ — and notice which piece is larger.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172200" y="1508760"/>
            <a:ext cx="26974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2423160" cy="10515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46520" y="288036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44652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 ·  DATA HANDLING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4652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bar graph on the floor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46520" y="38404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on “favourite fruit in class.” Then build a real bar graph on the classroom floor using coloured paper strips one strip per student.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 ·  EASY WINS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 Shape &amp; 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needs almost nothing, just things already in the room.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91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2135124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4485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4–5  ·  ANGLES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2313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Door Trick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09160" y="216712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92040" y="205740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classroom door to make 45°, 90° and 180°. Compare each angle with your arms same shape, just bigger.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97180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14096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25069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1–3  ·  SHAPES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46304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Hunt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709160" y="317296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892040" y="30632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hunt: spot 3 rectangles, 3 circles, 3 triangles in the room. Sketch each one in a notebook.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7200" y="39776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457200" y="3977640"/>
            <a:ext cx="9144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731520" y="4146804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56532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63040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3–4  ·  SYMMETRY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463040" y="43251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 and Find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709160" y="417880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4892040" y="40690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a sheet of paper or a leaf. Where are the lines of symmetry — and how many can you find on a single shape?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 ·  EASY WINS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More for Measure &amp; Rhythm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 even better as warm-ups before the textbook comes out.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91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2135124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4485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4–5  ·  PERIMETER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2313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 the Book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09160" y="216712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92040" y="205740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string around a textbook, then straighten it out and measure with a ruler. That's the perimeter, in your hand.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971800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14096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25069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6304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3–5  ·  ESTIMATION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463040" y="3319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 the Steps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709160" y="317296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892040" y="30632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steps from your desk to the door? Estimate first, then walk and count. Whose guess was closest?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7200" y="39776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457200" y="3977640"/>
            <a:ext cx="9144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731520" y="4146804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56532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63040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1–3  ·  PATTERNS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463040" y="43251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Clap, Stomp, Repeat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709160" y="417880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4892040" y="40690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Clap-stomp-clap-stomp. Can students extend it into ABAB or even ABCABC? Pattern recognition without a worksheet.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YOUR ROLE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Lecturer to Facilitator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00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94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teacher is not the lecturer.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facilitator —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experience, then stepping back to let learning happen.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26280" y="14630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5864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with intent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85232" y="17465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has a clear math goal hidden inside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26280" y="22860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24094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5232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tell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85232" y="25694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notice?” “What if we change this?”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26280" y="31089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724" y="32324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85232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productive struggle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285232" y="3392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wrestle with the problem before you intervene.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405536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5232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home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285232" y="42153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activity back to the underlying math concept.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TRADE-OFFS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and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understanding that lasts longer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math in everyday life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of different learning styles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time than textbook teaching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management during activities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material preparation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82296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914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small. One 15-minute activity per chapter is enough.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TRY IT TOMORROW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15-Minute Activity You Can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516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6276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 ·  CLASS 4–5  ·  15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83080" y="1874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Shopkeeper Game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783080" y="24231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₹50. Buy 3 notebooks at ₹12 each. </a:t>
            </a:r>
            <a:r>
              <a:rPr lang="en-US" sz="14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money is left?”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2697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4360" y="3657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23444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3444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fake currency and price cards.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8980" y="3611880"/>
            <a:ext cx="2697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406140" y="3657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404622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622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out the purchase and count change.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611880"/>
            <a:ext cx="2697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217920" y="3657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21" name="Text 18"/>
          <p:cNvSpPr/>
          <p:nvPr/>
        </p:nvSpPr>
        <p:spPr>
          <a:xfrm>
            <a:off x="685800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the multiplication: 3 × 12 = 36.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</a:t>
            </a:r>
            <a:r>
              <a:rPr lang="en-US" sz="3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r>
              <a:rPr lang="en-US" sz="3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students experience math, it stops being a subject in the book — and becomes a tool they use to understand the world.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758952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404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THE ROOM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91640" y="40233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topic your students find boring and how could you turn it into an experience?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5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 ·  AND THE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4069080"/>
            <a:ext cx="548640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IDEAS, STORIES — ALL WELCOME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895</Words>
  <Application>Microsoft Office PowerPoint</Application>
  <PresentationFormat>On-screen Show (16:9)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in Mathematics</dc:title>
  <dc:subject>PptxGenJS Presentation</dc:subject>
  <dc:creator>Teacher Training</dc:creator>
  <cp:lastModifiedBy>Saxena, Srijan</cp:lastModifiedBy>
  <cp:revision>2</cp:revision>
  <dcterms:created xsi:type="dcterms:W3CDTF">2026-05-06T15:57:57Z</dcterms:created>
  <dcterms:modified xsi:type="dcterms:W3CDTF">2026-05-06T16:02:16Z</dcterms:modified>
</cp:coreProperties>
</file>