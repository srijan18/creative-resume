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15-MINUTE TEACHER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You Can Touch,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and Think.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777240" y="3063240"/>
            <a:ext cx="3657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Learning in Mathematics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84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“I can't do math” to “I discovered it myself.”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251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34797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68880" y="4251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892" y="43479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7180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60520" y="425196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532" y="43479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4279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657600" y="4892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SCHOOL MATH  ·  TEACHER STAFF MEETING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BIG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Experiential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doing, reflecting, and applying in real situations.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584" y="2286000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24328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218688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28600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08576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73168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5202936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286000"/>
            <a:ext cx="201168" cy="2011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592824" y="201168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5741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187184" y="2212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2004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3200400"/>
            <a:ext cx="73152" cy="1417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8580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explains  →  Student memorizes  →  Student practices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754880" y="320040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54880" y="320040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8348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98348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does  →  Student reflects  →  Student understands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Math Needs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is abstract. Symbols like 90° or ½ don't mean much until students experience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606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32257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TEXTBOOK-ONLY PROBLEM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 memorization without understanding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feels disconnected from real life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anxiety around the subject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3931920" cy="26060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22402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32257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BUILDS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74920" y="297180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understanding that lasts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problem-solving skills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curiosity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Kolb's Cycle in a Math Classroom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classroom example: students measure their classroom.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60520" y="2834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112" y="2999232"/>
            <a:ext cx="493776" cy="4937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96596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2167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EXPERIENCE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8016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measure the classroom using their footsteps.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37760" y="196596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0" y="2148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760720" y="21671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OBSERVATION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my friend get 15 steps and I got 18?”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8016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CONCEPT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80160" y="4023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idea of standard units like the meter.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352044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120640" y="3703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760720" y="37216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EXPERIMENTATION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60720" y="4023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again using a 1-metre rope and compare results.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IN PRACTICE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Examples from Primary Math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97480" cy="91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38528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 ·  ANGLES &amp; TURNS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 90° with your arms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35661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textbook definition. Have students form a right angle using their own arms, then explore quarter, half and full turns on a real clock face.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508760"/>
            <a:ext cx="26974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66160" y="182880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938528"/>
            <a:ext cx="466344" cy="4663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 ·  FRACTIONS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66160" y="2926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Cut, fold, compare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66160" y="35661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an apple or roti into equal parts to introduce ½ and ¼. Then ask students to fold paper to show ⅓ versus ¼ — and notice which piece is larger.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15087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72200" y="1508760"/>
            <a:ext cx="26974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46520" y="182880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938528"/>
            <a:ext cx="466344" cy="4663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 ·  DATA HANDLING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46520" y="2926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bar graph on the floor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46520" y="35661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on “favourite fruit in class.” Then build a real bar graph on the classroom floor using coloured paper strips — one strip per student.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YOUR ROLE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Lecturer to Facilitator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840480" cy="3200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94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teacher is not the lecturer.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facilitator —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experience, then stepping back to let learning happen.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26280" y="14630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4" y="15864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with intent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85232" y="17465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has a clear math goal hidden inside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26280" y="228600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4" y="240944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5232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tell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285232" y="25694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notice?” “What if we change this?”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26280" y="310896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32324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85232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productive struggle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285232" y="3392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wrestle with the problem before you intervene.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055364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5232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home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285232" y="42153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activity back to the underlying math concept.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THE TRADE-OFFS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 and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understanding that lasts longer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math in everyday life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of different learning styles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417320"/>
            <a:ext cx="3931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time than textbook teaching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management during activities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material preparation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82296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50208"/>
            <a:ext cx="914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small. One 15-minute activity per chapter is enough.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TRY IT TOMORROW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15-Minute Activity You Can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8229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516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6276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 ·  CLASS 4–5  ·  15 MIN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83080" y="18745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Shopkeeper Game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783080" y="24231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₹50. Buy 3 notebooks at ₹12 each. </a:t>
            </a:r>
            <a:pPr indent="0" marL="0">
              <a:buNone/>
            </a:pPr>
            <a:r>
              <a:rPr lang="en-US" sz="14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money is left?”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611880"/>
            <a:ext cx="2697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657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23444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3444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fake currency and price cards.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8980" y="3611880"/>
            <a:ext cx="2697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06140" y="3657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404622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4622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out the purchase and count change.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611880"/>
            <a:ext cx="269748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3657600"/>
            <a:ext cx="594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21" name="Text 18"/>
          <p:cNvSpPr/>
          <p:nvPr/>
        </p:nvSpPr>
        <p:spPr>
          <a:xfrm>
            <a:off x="6858000" y="3776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the multiplication: 3 × 12 = 36.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846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Math · Teacher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5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</a:t>
            </a:r>
            <a:pPr indent="0" marL="0">
              <a:buNone/>
            </a:pPr>
            <a:r>
              <a:rPr lang="en-US" sz="3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pPr indent="0" marL="0">
              <a:buNone/>
            </a:pPr>
            <a:r>
              <a:rPr lang="en-US" sz="32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48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students experience math, it stops being a subject in the book — and becomes a tool they use to understand the world.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611880"/>
            <a:ext cx="758952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8404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FOR THE ROOM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691640" y="40233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topic your students find boring — and how could you turn it into an experience?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LET'S TRY ONE TOMORROW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in Mathematics</dc:title>
  <dc:subject>PptxGenJS Presentation</dc:subject>
  <dc:creator>Teacher Training</dc:creator>
  <cp:lastModifiedBy>Teacher Training</cp:lastModifiedBy>
  <cp:revision>1</cp:revision>
  <dcterms:created xsi:type="dcterms:W3CDTF">2026-05-06T14:22:53Z</dcterms:created>
  <dcterms:modified xsi:type="dcterms:W3CDTF">2026-05-06T14:22:53Z</dcterms:modified>
</cp:coreProperties>
</file>