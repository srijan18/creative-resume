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APPROACH, DECONSTRUCTED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Competition Journey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9D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657600" cy="457200"/>
          </a:xfrm>
          <a:prstGeom prst="chevron">
            <a:avLst/>
          </a:prstGeom>
          <a:solidFill>
            <a:srgbClr val="1B2A4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Analyze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1234440"/>
            <a:ext cx="3657600" cy="457200"/>
          </a:xfrm>
          <a:prstGeom prst="chevron">
            <a:avLst/>
          </a:prstGeom>
          <a:solidFill>
            <a:srgbClr val="2E4C7A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1234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Design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1234440"/>
            <a:ext cx="3657600" cy="457200"/>
          </a:xfrm>
          <a:prstGeom prst="chevron">
            <a:avLst/>
          </a:prstGeom>
          <a:solidFill>
            <a:srgbClr val="62728C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234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Develop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3-week sprint for a leading card issuer's Offers program: understand where cardmember fulfilment breaks down across the offer lifecycle, and build a way to catch it early.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26517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13" name="Image 0" descr="/home/claude/icons/target_1B2A4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2608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3474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3794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vague, open-ended brief: find and explain fulfilment risk across a multi-system offer lifecycle.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37560" y="2697480"/>
            <a:ext cx="26517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17" name="Image 1" descr="/home/claude/icons/clock_1B2A4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92608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66160" y="3474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566160" y="3794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weeks, three milestones, one final executive readout to a live judging panel.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17920" y="2697480"/>
            <a:ext cx="26517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21" name="Image 2" descr="/home/claude/icons/users_1B2A4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92608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3474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46520" y="3794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cross-functional team, split into workstreams, syncing weekly to stay aligned.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098280" y="2697480"/>
            <a:ext cx="26517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25" name="Image 3" descr="/home/claude/icons/award_1B2A4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92608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26880" y="3474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326880" y="3794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place. The framework was later cited as a model approach for future teams.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507492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85800" y="5074920"/>
            <a:ext cx="10817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you: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and the data will change with every case you get. The approach, the discipline, and the habits on the next few slides do not.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Competition Playbook  |  For Incoming Class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Our Approach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2700">
            <a:solidFill>
              <a:srgbClr val="C9D3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394960" cy="365760"/>
          </a:xfrm>
          <a:prstGeom prst="roundRect">
            <a:avLst>
              <a:gd name="adj" fmla="val 12500"/>
            </a:avLst>
          </a:prstGeom>
          <a:solidFill>
            <a:srgbClr val="1B2A4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Detailed Description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94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client's existing risk coverage by researching, identifying, and monitoring fulfilment-related gaps across the offer lifecycle: enrollment, spend, qualification, and fulfilment.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gaps (campaign errors, miscoded merchant data, delayed processing, incorrect rules) can leave cardmembers unfulfilled and quietly erode trust.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5394960" cy="365760"/>
          </a:xfrm>
          <a:prstGeom prst="roundRect">
            <a:avLst>
              <a:gd name="adj" fmla="val 12500"/>
            </a:avLst>
          </a:prstGeom>
          <a:solidFill>
            <a:srgbClr val="1B2A4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971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 Set Out to Answer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747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eligible cardmembers being fulfilled correctly and on time?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offer lifecycle do fulfilment breakdowns originate?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offers, merchants, or rule set-ups drive repeat failures?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these gaps be detected early and monitored on a cadence?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5394960" cy="320040"/>
          </a:xfrm>
          <a:prstGeom prst="roundRect">
            <a:avLst>
              <a:gd name="adj" fmla="val 14286"/>
            </a:avLst>
          </a:prstGeom>
          <a:solidFill>
            <a:srgbClr val="1B2A4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892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Areas We Had to Master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303520"/>
            <a:ext cx="172516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303520"/>
            <a:ext cx="1725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Construct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92096" y="5303520"/>
            <a:ext cx="172516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92096" y="5303520"/>
            <a:ext cx="1725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Cardmember (CM)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26992" y="5303520"/>
            <a:ext cx="172516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26992" y="5303520"/>
            <a:ext cx="1725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/ 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742432"/>
            <a:ext cx="172516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742432"/>
            <a:ext cx="1725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Data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92096" y="5742432"/>
            <a:ext cx="172516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92096" y="5742432"/>
            <a:ext cx="1725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/ Spend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26992" y="5742432"/>
            <a:ext cx="172516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26992" y="5742432"/>
            <a:ext cx="1725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 &amp; Awards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1143000"/>
            <a:ext cx="5605272" cy="365760"/>
          </a:xfrm>
          <a:prstGeom prst="roundRect">
            <a:avLst>
              <a:gd name="adj" fmla="val 12500"/>
            </a:avLst>
          </a:prstGeom>
          <a:solidFill>
            <a:srgbClr val="1B2A4E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1143000"/>
            <a:ext cx="5330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/ Steps Undertaken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169164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55080" y="2148840"/>
            <a:ext cx="0" cy="1051560"/>
          </a:xfrm>
          <a:prstGeom prst="line">
            <a:avLst/>
          </a:prstGeom>
          <a:noFill/>
          <a:ln w="19050">
            <a:solidFill>
              <a:srgbClr val="C9D3E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766560" y="1645920"/>
            <a:ext cx="49651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1691640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 Business and Data Understanding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1984248"/>
            <a:ext cx="45994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end-to-end offer lifecycle and its data sources. Mapped potential failure points. Set a milestone-based roadmap and split responsibilities.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320040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355080" y="3657600"/>
            <a:ext cx="0" cy="1051560"/>
          </a:xfrm>
          <a:prstGeom prst="line">
            <a:avLst/>
          </a:prstGeom>
          <a:noFill/>
          <a:ln w="19050">
            <a:solidFill>
              <a:srgbClr val="C9D3E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766560" y="3154680"/>
            <a:ext cx="49651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3200400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 Framework Establishment &amp; Analysis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49440" y="3493008"/>
            <a:ext cx="45994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the lifecycle into a traceable, algorithmic monitoring framework. Triangulated data sources to surface exceptions and edge cases.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26480" y="470916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41" name="Text 39"/>
          <p:cNvSpPr/>
          <p:nvPr/>
        </p:nvSpPr>
        <p:spPr>
          <a:xfrm>
            <a:off x="612648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766560" y="4663440"/>
            <a:ext cx="49651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4709160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 Executive Reporting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49440" y="5001768"/>
            <a:ext cx="45994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granular outputs into risk signals, trends and actionable insights. Built an executive-ready reporting narrative.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Competition Playbook  |  For Incoming Class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LIKELY SLOW YOU DOWN TOO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Navigated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9D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11274552" cy="411480"/>
          </a:xfrm>
          <a:prstGeom prst="roundRect">
            <a:avLst>
              <a:gd name="adj" fmla="val 11111"/>
            </a:avLst>
          </a:prstGeom>
          <a:solidFill>
            <a:srgbClr val="1B2A4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11000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Navigated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74552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11680"/>
            <a:ext cx="365760" cy="365760"/>
          </a:xfrm>
          <a:prstGeom prst="ellipse">
            <a:avLst/>
          </a:prstGeom>
          <a:solidFill>
            <a:srgbClr val="B5292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938528"/>
            <a:ext cx="45262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greenfield problem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like this had been done in the org before. No playbook or precedent to lean on, which opened room for innovation but added real ambiguity.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365760" cy="365760"/>
          </a:xfrm>
          <a:prstGeom prst="ellipse">
            <a:avLst/>
          </a:prstGeom>
          <a:solidFill>
            <a:srgbClr val="B5292F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1938528"/>
            <a:ext cx="45262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three-week ceiling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to test every possible approach. Each path had to be validated or killed quickly to leave room for the one that would actually work.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090672"/>
            <a:ext cx="365760" cy="365760"/>
          </a:xfrm>
          <a:prstGeom prst="ellipse">
            <a:avLst/>
          </a:prstGeom>
          <a:solidFill>
            <a:srgbClr val="B5292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90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017520"/>
            <a:ext cx="45262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the constant risk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Multiple, disconnected data sources at every stage. The biggest recurring risk was never the analysis, it was whether the underlying data could be trusted.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090672"/>
            <a:ext cx="365760" cy="365760"/>
          </a:xfrm>
          <a:prstGeom prst="ellipse">
            <a:avLst/>
          </a:prstGeom>
          <a:solidFill>
            <a:srgbClr val="B5292F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3090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3017520"/>
            <a:ext cx="45262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Enormous combinatorial complexity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constructs varied widely, and so did how merchants, SEs, and fulfilment were handled, creating far more permutations than clean patterns.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169664"/>
            <a:ext cx="365760" cy="365760"/>
          </a:xfrm>
          <a:prstGeom prst="ellipse">
            <a:avLst/>
          </a:prstGeom>
          <a:solidFill>
            <a:srgbClr val="B5292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69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096512"/>
            <a:ext cx="45262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 that mattered most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core framework worked, roughly 1% of cases fell outside it and needed manual review, one by one. Small in volume, but this is where real cardmember impact showed up.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394960"/>
            <a:ext cx="11274552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39496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for your case: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time for two different problems, the 99% you can solve with a framework, and the 1% you'll have to review by hand.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Competition Playbook  |  For Incoming Class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YOUR OWN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the Approach Effective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9D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61188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07592"/>
            <a:ext cx="3611880" cy="2258568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7" name="Image 0" descr="/home/claude/icons/clipboard_2E75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2704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13055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6060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 a rough answer early and pressure-test it in the open. Speed isn't the goal, it buys time to find the one idea that actually holds up.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88536" y="1234440"/>
            <a:ext cx="361188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Shape 8"/>
          <p:cNvSpPr/>
          <p:nvPr/>
        </p:nvSpPr>
        <p:spPr>
          <a:xfrm>
            <a:off x="4288536" y="1307592"/>
            <a:ext cx="3611880" cy="2258568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12" name="Image 1" descr="/home/claude/icons/search_2E75B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1527048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7136" y="213055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Deep, Then Zoom Out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17136" y="26060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analytical detail without losing sight of the broader business problem you are solving.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19872" y="1234440"/>
            <a:ext cx="361188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Shape 12"/>
          <p:cNvSpPr/>
          <p:nvPr/>
        </p:nvSpPr>
        <p:spPr>
          <a:xfrm>
            <a:off x="8119872" y="1307592"/>
            <a:ext cx="3611880" cy="2258568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17" name="Image 2" descr="/home/claude/icons/globe_2E75B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52704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8472" y="213055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Insight Land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48472" y="26060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technical complexity into a simple narrative leadership can understand and act on.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822192"/>
            <a:ext cx="361188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Shape 16"/>
          <p:cNvSpPr/>
          <p:nvPr/>
        </p:nvSpPr>
        <p:spPr>
          <a:xfrm>
            <a:off x="457200" y="3895344"/>
            <a:ext cx="3611880" cy="2258568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22" name="Image 3" descr="/home/claude/icons/binoculars_2E75B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" y="471830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Triangulate, Don't Trust One View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85800" y="519379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one source carry the weight of a conclusion. Cross-check across sources and perspectives whenever the stakes ride on getting it right.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88536" y="3822192"/>
            <a:ext cx="361188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Shape 20"/>
          <p:cNvSpPr/>
          <p:nvPr/>
        </p:nvSpPr>
        <p:spPr>
          <a:xfrm>
            <a:off x="4288536" y="3895344"/>
            <a:ext cx="3611880" cy="2258568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27" name="Image 4" descr="/home/claude/icons/crosshair_2E75B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136" y="4114800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17136" y="471830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and Anchor on Impact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17136" y="519379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problems by the damage they actually cause, not by how interesting they look. The smallest slice of cases can carry the biggest consequences.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19872" y="3822192"/>
            <a:ext cx="361188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Shape 24"/>
          <p:cNvSpPr/>
          <p:nvPr/>
        </p:nvSpPr>
        <p:spPr>
          <a:xfrm>
            <a:off x="8119872" y="3895344"/>
            <a:ext cx="3611880" cy="2258568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32" name="Image 5" descr="/home/claude/icons/users_2E75B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4114800"/>
            <a:ext cx="502920" cy="5029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48472" y="471830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Your Team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348472" y="519379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ownership across workstreams and rely on each teammate's judgment in their own area.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this mindset into your own case: </a:t>
            </a:r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changes every time. This discipline doesn't.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Competition Playbook  |  For Incoming Class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BEHIND THE MILESTONES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How We Actually Worked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9D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527048"/>
            <a:ext cx="0" cy="320040"/>
          </a:xfrm>
          <a:prstGeom prst="line">
            <a:avLst/>
          </a:prstGeom>
          <a:noFill/>
          <a:ln w="19050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088136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Business Problem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under the skin of what's actually being asked before jumping to solutions.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" y="2231136"/>
            <a:ext cx="0" cy="320040"/>
          </a:xfrm>
          <a:prstGeom prst="line">
            <a:avLst/>
          </a:prstGeom>
          <a:noFill/>
          <a:ln w="19050">
            <a:solidFill>
              <a:srgbClr val="C9D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47088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47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79222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What's Solvable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what can be tackled analytically from what can't, so effort isn't wasted chasing the wrong problem.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" y="2935224"/>
            <a:ext cx="0" cy="320040"/>
          </a:xfrm>
          <a:prstGeom prst="line">
            <a:avLst/>
          </a:prstGeom>
          <a:noFill/>
          <a:ln w="19050">
            <a:solidFill>
              <a:srgbClr val="C9D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51176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51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49631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to the Team's Strengths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responsibilities based on who's strongest where, not just who's available.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" y="3639312"/>
            <a:ext cx="0" cy="320040"/>
          </a:xfrm>
          <a:prstGeom prst="line">
            <a:avLst/>
          </a:prstGeom>
          <a:noFill/>
          <a:ln w="19050">
            <a:solidFill>
              <a:srgbClr val="C9D3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55264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55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2004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Timelines and Milestones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realistic cadence with clear checkpoints, not just a final deadline.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" y="4343400"/>
            <a:ext cx="0" cy="320040"/>
          </a:xfrm>
          <a:prstGeom prst="line">
            <a:avLst/>
          </a:prstGeom>
          <a:noFill/>
          <a:ln w="19050">
            <a:solidFill>
              <a:srgbClr val="C9D3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5935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59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90448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 for Feedback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Pressure-test progress with both the internal team and external stakeholders at regular intervals.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" y="5047488"/>
            <a:ext cx="0" cy="320040"/>
          </a:xfrm>
          <a:prstGeom prst="line">
            <a:avLst/>
          </a:prstGeom>
          <a:noFill/>
          <a:ln w="19050">
            <a:solidFill>
              <a:srgbClr val="C9D3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663440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663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608576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 the Insights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every workstream's findings into one place to validate them and connect the dots.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5367528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367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531266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Narrative for Leadership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analysis into a deck senior management can actually act on.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Competition Playbook  |  For Incoming Class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2026-08-18T17:10:35Z</dcterms:created>
  <dcterms:modified xsi:type="dcterms:W3CDTF">2026-08-18T17:10:35Z</dcterms:modified>
</cp:coreProperties>
</file>